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02" r:id="rId14"/>
    <p:sldId id="303" r:id="rId15"/>
    <p:sldId id="304" r:id="rId16"/>
    <p:sldId id="305" r:id="rId17"/>
    <p:sldId id="306" r:id="rId18"/>
    <p:sldId id="307" r:id="rId19"/>
    <p:sldId id="308" r:id="rId20"/>
    <p:sldId id="30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sldChg>
    </pc:docChg>
  </pc:docChgLst>
  <pc:docChgLst>
    <pc:chgData name="Aman Shrivastava" userId="S::ashrivastava@edunetfoundation.org::c21995ab-fa37-4cde-b5a3-dec0fb9e9a10" providerId="AD" clId="Web-{E27D249D-B118-0810-7731-E1B1C378D9D3}"/>
    <pc:docChg chg="modSld">
      <pc:chgData name="Aman Shrivastava" userId="S::ashrivastava@edunetfoundation.org::c21995ab-fa37-4cde-b5a3-dec0fb9e9a10" providerId="AD" clId="Web-{E27D249D-B118-0810-7731-E1B1C378D9D3}" dt="2026-06-19T09:09:54.163" v="1" actId="20577"/>
      <pc:docMkLst>
        <pc:docMk/>
      </pc:docMkLst>
      <pc:sldChg chg="modSp">
        <pc:chgData name="Aman Shrivastava" userId="S::ashrivastava@edunetfoundation.org::c21995ab-fa37-4cde-b5a3-dec0fb9e9a10" providerId="AD" clId="Web-{E27D249D-B118-0810-7731-E1B1C378D9D3}" dt="2026-06-19T09:09:54.163" v="1" actId="20577"/>
        <pc:sldMkLst>
          <pc:docMk/>
          <pc:sldMk cId="3764405840" sldId="278"/>
        </pc:sldMkLst>
        <pc:spChg chg="mod">
          <ac:chgData name="Aman Shrivastava" userId="S::ashrivastava@edunetfoundation.org::c21995ab-fa37-4cde-b5a3-dec0fb9e9a10" providerId="AD" clId="Web-{E27D249D-B118-0810-7731-E1B1C378D9D3}" dt="2026-06-19T09:09:54.163" v="1" actId="20577"/>
          <ac:spMkLst>
            <pc:docMk/>
            <pc:sldMk cId="3764405840" sldId="278"/>
            <ac:spMk id="3" creationId="{4A7608B5-9906-EFCF-959A-E89FC2E3EE19}"/>
          </ac:spMkLst>
        </pc:spChg>
      </pc:sldChg>
    </pc:docChg>
  </pc:docChgLst>
  <pc:docChgLst>
    <pc:chgData name="Bhupesh Vyankat Ther" userId="S::bvther@edunetfoundation.org::3dcf1697-dd97-45f9-859f-b5bba4487417" providerId="AD" clId="Web-{9DDCDCB8-E336-06C9-9BC1-C212CD122CD0}"/>
    <pc:docChg chg="modSld">
      <pc:chgData name="Bhupesh Vyankat Ther" userId="S::bvther@edunetfoundation.org::3dcf1697-dd97-45f9-859f-b5bba4487417" providerId="AD" clId="Web-{9DDCDCB8-E336-06C9-9BC1-C212CD122CD0}" dt="2026-06-23T04:41:50.196" v="0" actId="1076"/>
      <pc:docMkLst>
        <pc:docMk/>
      </pc:docMkLst>
      <pc:sldChg chg="modSp">
        <pc:chgData name="Bhupesh Vyankat Ther" userId="S::bvther@edunetfoundation.org::3dcf1697-dd97-45f9-859f-b5bba4487417" providerId="AD" clId="Web-{9DDCDCB8-E336-06C9-9BC1-C212CD122CD0}" dt="2026-06-23T04:41:50.196" v="0" actId="1076"/>
        <pc:sldMkLst>
          <pc:docMk/>
          <pc:sldMk cId="1229047658" sldId="288"/>
        </pc:sldMkLst>
        <pc:picChg chg="mod">
          <ac:chgData name="Bhupesh Vyankat Ther" userId="S::bvther@edunetfoundation.org::3dcf1697-dd97-45f9-859f-b5bba4487417" providerId="AD" clId="Web-{9DDCDCB8-E336-06C9-9BC1-C212CD122CD0}" dt="2026-06-23T04:41:50.196" v="0" actId="1076"/>
          <ac:picMkLst>
            <pc:docMk/>
            <pc:sldMk cId="1229047658" sldId="288"/>
            <ac:picMk id="4" creationId="{A037CFD0-B7FF-D9BE-3433-88E5844EF332}"/>
          </ac:picMkLst>
        </pc:picChg>
      </pc:sldChg>
    </pc:docChg>
  </pc:docChgLst>
  <pc:docChgLst>
    <pc:chgData name="Aswini Kumar Motapothula" userId="S::aswinikumar@edunetfoundation.org::8849ae8d-bc89-4217-899c-9440ffcae5bb" providerId="AD" clId="Web-{5597DED7-87E9-8FFE-C42B-07F44890EE69}"/>
    <pc:docChg chg="addSld delSld">
      <pc:chgData name="Aswini Kumar Motapothula" userId="S::aswinikumar@edunetfoundation.org::8849ae8d-bc89-4217-899c-9440ffcae5bb" providerId="AD" clId="Web-{5597DED7-87E9-8FFE-C42B-07F44890EE69}" dt="2026-07-14T12:42:56.737" v="35"/>
      <pc:docMkLst>
        <pc:docMk/>
      </pc:docMkLst>
      <pc:sldChg chg="del">
        <pc:chgData name="Aswini Kumar Motapothula" userId="S::aswinikumar@edunetfoundation.org::8849ae8d-bc89-4217-899c-9440ffcae5bb" providerId="AD" clId="Web-{5597DED7-87E9-8FFE-C42B-07F44890EE69}" dt="2026-07-14T12:42:56.737" v="35"/>
        <pc:sldMkLst>
          <pc:docMk/>
          <pc:sldMk cId="0" sldId="257"/>
        </pc:sldMkLst>
      </pc:sldChg>
      <pc:sldChg chg="del">
        <pc:chgData name="Aswini Kumar Motapothula" userId="S::aswinikumar@edunetfoundation.org::8849ae8d-bc89-4217-899c-9440ffcae5bb" providerId="AD" clId="Web-{5597DED7-87E9-8FFE-C42B-07F44890EE69}" dt="2026-07-14T12:42:56.737" v="29"/>
        <pc:sldMkLst>
          <pc:docMk/>
          <pc:sldMk cId="0" sldId="262"/>
        </pc:sldMkLst>
      </pc:sldChg>
      <pc:sldChg chg="del">
        <pc:chgData name="Aswini Kumar Motapothula" userId="S::aswinikumar@edunetfoundation.org::8849ae8d-bc89-4217-899c-9440ffcae5bb" providerId="AD" clId="Web-{5597DED7-87E9-8FFE-C42B-07F44890EE69}" dt="2026-07-14T12:42:56.737" v="28"/>
        <pc:sldMkLst>
          <pc:docMk/>
          <pc:sldMk cId="0" sldId="264"/>
        </pc:sldMkLst>
      </pc:sldChg>
      <pc:sldChg chg="del">
        <pc:chgData name="Aswini Kumar Motapothula" userId="S::aswinikumar@edunetfoundation.org::8849ae8d-bc89-4217-899c-9440ffcae5bb" providerId="AD" clId="Web-{5597DED7-87E9-8FFE-C42B-07F44890EE69}" dt="2026-07-14T12:42:56.721" v="21"/>
        <pc:sldMkLst>
          <pc:docMk/>
          <pc:sldMk cId="0" sldId="276"/>
        </pc:sldMkLst>
      </pc:sldChg>
      <pc:sldChg chg="del">
        <pc:chgData name="Aswini Kumar Motapothula" userId="S::aswinikumar@edunetfoundation.org::8849ae8d-bc89-4217-899c-9440ffcae5bb" providerId="AD" clId="Web-{5597DED7-87E9-8FFE-C42B-07F44890EE69}" dt="2026-07-14T12:42:56.737" v="27"/>
        <pc:sldMkLst>
          <pc:docMk/>
          <pc:sldMk cId="2115484872" sldId="277"/>
        </pc:sldMkLst>
      </pc:sldChg>
      <pc:sldChg chg="del">
        <pc:chgData name="Aswini Kumar Motapothula" userId="S::aswinikumar@edunetfoundation.org::8849ae8d-bc89-4217-899c-9440ffcae5bb" providerId="AD" clId="Web-{5597DED7-87E9-8FFE-C42B-07F44890EE69}" dt="2026-07-14T12:42:56.737" v="32"/>
        <pc:sldMkLst>
          <pc:docMk/>
          <pc:sldMk cId="3764405840" sldId="278"/>
        </pc:sldMkLst>
      </pc:sldChg>
      <pc:sldChg chg="del">
        <pc:chgData name="Aswini Kumar Motapothula" userId="S::aswinikumar@edunetfoundation.org::8849ae8d-bc89-4217-899c-9440ffcae5bb" providerId="AD" clId="Web-{5597DED7-87E9-8FFE-C42B-07F44890EE69}" dt="2026-07-14T12:42:56.737" v="30"/>
        <pc:sldMkLst>
          <pc:docMk/>
          <pc:sldMk cId="2772501912" sldId="279"/>
        </pc:sldMkLst>
      </pc:sldChg>
      <pc:sldChg chg="del">
        <pc:chgData name="Aswini Kumar Motapothula" userId="S::aswinikumar@edunetfoundation.org::8849ae8d-bc89-4217-899c-9440ffcae5bb" providerId="AD" clId="Web-{5597DED7-87E9-8FFE-C42B-07F44890EE69}" dt="2026-07-14T12:42:56.721" v="24"/>
        <pc:sldMkLst>
          <pc:docMk/>
          <pc:sldMk cId="2136706720" sldId="280"/>
        </pc:sldMkLst>
      </pc:sldChg>
      <pc:sldChg chg="del">
        <pc:chgData name="Aswini Kumar Motapothula" userId="S::aswinikumar@edunetfoundation.org::8849ae8d-bc89-4217-899c-9440ffcae5bb" providerId="AD" clId="Web-{5597DED7-87E9-8FFE-C42B-07F44890EE69}" dt="2026-07-14T12:42:56.737" v="31"/>
        <pc:sldMkLst>
          <pc:docMk/>
          <pc:sldMk cId="328526394" sldId="281"/>
        </pc:sldMkLst>
      </pc:sldChg>
      <pc:sldChg chg="del">
        <pc:chgData name="Aswini Kumar Motapothula" userId="S::aswinikumar@edunetfoundation.org::8849ae8d-bc89-4217-899c-9440ffcae5bb" providerId="AD" clId="Web-{5597DED7-87E9-8FFE-C42B-07F44890EE69}" dt="2026-07-14T12:42:56.737" v="34"/>
        <pc:sldMkLst>
          <pc:docMk/>
          <pc:sldMk cId="2952584201" sldId="282"/>
        </pc:sldMkLst>
      </pc:sldChg>
      <pc:sldChg chg="del">
        <pc:chgData name="Aswini Kumar Motapothula" userId="S::aswinikumar@edunetfoundation.org::8849ae8d-bc89-4217-899c-9440ffcae5bb" providerId="AD" clId="Web-{5597DED7-87E9-8FFE-C42B-07F44890EE69}" dt="2026-07-14T12:42:42.455" v="20"/>
        <pc:sldMkLst>
          <pc:docMk/>
          <pc:sldMk cId="957564641" sldId="283"/>
        </pc:sldMkLst>
      </pc:sldChg>
      <pc:sldChg chg="del">
        <pc:chgData name="Aswini Kumar Motapothula" userId="S::aswinikumar@edunetfoundation.org::8849ae8d-bc89-4217-899c-9440ffcae5bb" providerId="AD" clId="Web-{5597DED7-87E9-8FFE-C42B-07F44890EE69}" dt="2026-07-14T12:42:56.737" v="33"/>
        <pc:sldMkLst>
          <pc:docMk/>
          <pc:sldMk cId="2290294991" sldId="285"/>
        </pc:sldMkLst>
      </pc:sldChg>
      <pc:sldChg chg="del">
        <pc:chgData name="Aswini Kumar Motapothula" userId="S::aswinikumar@edunetfoundation.org::8849ae8d-bc89-4217-899c-9440ffcae5bb" providerId="AD" clId="Web-{5597DED7-87E9-8FFE-C42B-07F44890EE69}" dt="2026-07-14T12:42:56.737" v="26"/>
        <pc:sldMkLst>
          <pc:docMk/>
          <pc:sldMk cId="917964102" sldId="286"/>
        </pc:sldMkLst>
      </pc:sldChg>
      <pc:sldChg chg="del">
        <pc:chgData name="Aswini Kumar Motapothula" userId="S::aswinikumar@edunetfoundation.org::8849ae8d-bc89-4217-899c-9440ffcae5bb" providerId="AD" clId="Web-{5597DED7-87E9-8FFE-C42B-07F44890EE69}" dt="2026-07-14T12:42:56.721" v="25"/>
        <pc:sldMkLst>
          <pc:docMk/>
          <pc:sldMk cId="2605851928" sldId="287"/>
        </pc:sldMkLst>
      </pc:sldChg>
      <pc:sldChg chg="del">
        <pc:chgData name="Aswini Kumar Motapothula" userId="S::aswinikumar@edunetfoundation.org::8849ae8d-bc89-4217-899c-9440ffcae5bb" providerId="AD" clId="Web-{5597DED7-87E9-8FFE-C42B-07F44890EE69}" dt="2026-07-14T12:42:56.721" v="23"/>
        <pc:sldMkLst>
          <pc:docMk/>
          <pc:sldMk cId="1229047658" sldId="288"/>
        </pc:sldMkLst>
      </pc:sldChg>
      <pc:sldChg chg="del">
        <pc:chgData name="Aswini Kumar Motapothula" userId="S::aswinikumar@edunetfoundation.org::8849ae8d-bc89-4217-899c-9440ffcae5bb" providerId="AD" clId="Web-{5597DED7-87E9-8FFE-C42B-07F44890EE69}" dt="2026-07-14T12:42:56.721" v="22"/>
        <pc:sldMkLst>
          <pc:docMk/>
          <pc:sldMk cId="2506610743" sldId="289"/>
        </pc:sldMkLst>
      </pc:sldChg>
      <pc:sldChg chg="add">
        <pc:chgData name="Aswini Kumar Motapothula" userId="S::aswinikumar@edunetfoundation.org::8849ae8d-bc89-4217-899c-9440ffcae5bb" providerId="AD" clId="Web-{5597DED7-87E9-8FFE-C42B-07F44890EE69}" dt="2026-07-14T12:42:28.157" v="0"/>
        <pc:sldMkLst>
          <pc:docMk/>
          <pc:sldMk cId="3828559527" sldId="290"/>
        </pc:sldMkLst>
      </pc:sldChg>
      <pc:sldChg chg="add">
        <pc:chgData name="Aswini Kumar Motapothula" userId="S::aswinikumar@edunetfoundation.org::8849ae8d-bc89-4217-899c-9440ffcae5bb" providerId="AD" clId="Web-{5597DED7-87E9-8FFE-C42B-07F44890EE69}" dt="2026-07-14T12:42:28.204" v="1"/>
        <pc:sldMkLst>
          <pc:docMk/>
          <pc:sldMk cId="952317876" sldId="291"/>
        </pc:sldMkLst>
      </pc:sldChg>
      <pc:sldChg chg="add">
        <pc:chgData name="Aswini Kumar Motapothula" userId="S::aswinikumar@edunetfoundation.org::8849ae8d-bc89-4217-899c-9440ffcae5bb" providerId="AD" clId="Web-{5597DED7-87E9-8FFE-C42B-07F44890EE69}" dt="2026-07-14T12:42:28.266" v="2"/>
        <pc:sldMkLst>
          <pc:docMk/>
          <pc:sldMk cId="261653373" sldId="292"/>
        </pc:sldMkLst>
      </pc:sldChg>
      <pc:sldChg chg="add">
        <pc:chgData name="Aswini Kumar Motapothula" userId="S::aswinikumar@edunetfoundation.org::8849ae8d-bc89-4217-899c-9440ffcae5bb" providerId="AD" clId="Web-{5597DED7-87E9-8FFE-C42B-07F44890EE69}" dt="2026-07-14T12:42:28.313" v="3"/>
        <pc:sldMkLst>
          <pc:docMk/>
          <pc:sldMk cId="619459906" sldId="293"/>
        </pc:sldMkLst>
      </pc:sldChg>
      <pc:sldChg chg="add">
        <pc:chgData name="Aswini Kumar Motapothula" userId="S::aswinikumar@edunetfoundation.org::8849ae8d-bc89-4217-899c-9440ffcae5bb" providerId="AD" clId="Web-{5597DED7-87E9-8FFE-C42B-07F44890EE69}" dt="2026-07-14T12:42:28.360" v="4"/>
        <pc:sldMkLst>
          <pc:docMk/>
          <pc:sldMk cId="443603904" sldId="294"/>
        </pc:sldMkLst>
      </pc:sldChg>
      <pc:sldChg chg="add">
        <pc:chgData name="Aswini Kumar Motapothula" userId="S::aswinikumar@edunetfoundation.org::8849ae8d-bc89-4217-899c-9440ffcae5bb" providerId="AD" clId="Web-{5597DED7-87E9-8FFE-C42B-07F44890EE69}" dt="2026-07-14T12:42:28.563" v="5"/>
        <pc:sldMkLst>
          <pc:docMk/>
          <pc:sldMk cId="3114963633" sldId="295"/>
        </pc:sldMkLst>
      </pc:sldChg>
      <pc:sldChg chg="add">
        <pc:chgData name="Aswini Kumar Motapothula" userId="S::aswinikumar@edunetfoundation.org::8849ae8d-bc89-4217-899c-9440ffcae5bb" providerId="AD" clId="Web-{5597DED7-87E9-8FFE-C42B-07F44890EE69}" dt="2026-07-14T12:42:28.735" v="6"/>
        <pc:sldMkLst>
          <pc:docMk/>
          <pc:sldMk cId="1316545553" sldId="296"/>
        </pc:sldMkLst>
      </pc:sldChg>
      <pc:sldChg chg="add">
        <pc:chgData name="Aswini Kumar Motapothula" userId="S::aswinikumar@edunetfoundation.org::8849ae8d-bc89-4217-899c-9440ffcae5bb" providerId="AD" clId="Web-{5597DED7-87E9-8FFE-C42B-07F44890EE69}" dt="2026-07-14T12:42:28.923" v="7"/>
        <pc:sldMkLst>
          <pc:docMk/>
          <pc:sldMk cId="232371894" sldId="297"/>
        </pc:sldMkLst>
      </pc:sldChg>
      <pc:sldChg chg="add">
        <pc:chgData name="Aswini Kumar Motapothula" userId="S::aswinikumar@edunetfoundation.org::8849ae8d-bc89-4217-899c-9440ffcae5bb" providerId="AD" clId="Web-{5597DED7-87E9-8FFE-C42B-07F44890EE69}" dt="2026-07-14T12:42:29.094" v="8"/>
        <pc:sldMkLst>
          <pc:docMk/>
          <pc:sldMk cId="445195169" sldId="298"/>
        </pc:sldMkLst>
      </pc:sldChg>
      <pc:sldChg chg="add">
        <pc:chgData name="Aswini Kumar Motapothula" userId="S::aswinikumar@edunetfoundation.org::8849ae8d-bc89-4217-899c-9440ffcae5bb" providerId="AD" clId="Web-{5597DED7-87E9-8FFE-C42B-07F44890EE69}" dt="2026-07-14T12:42:29.235" v="9"/>
        <pc:sldMkLst>
          <pc:docMk/>
          <pc:sldMk cId="4000696967" sldId="299"/>
        </pc:sldMkLst>
      </pc:sldChg>
      <pc:sldChg chg="add">
        <pc:chgData name="Aswini Kumar Motapothula" userId="S::aswinikumar@edunetfoundation.org::8849ae8d-bc89-4217-899c-9440ffcae5bb" providerId="AD" clId="Web-{5597DED7-87E9-8FFE-C42B-07F44890EE69}" dt="2026-07-14T12:42:29.345" v="10"/>
        <pc:sldMkLst>
          <pc:docMk/>
          <pc:sldMk cId="893417001" sldId="300"/>
        </pc:sldMkLst>
      </pc:sldChg>
      <pc:sldChg chg="add">
        <pc:chgData name="Aswini Kumar Motapothula" userId="S::aswinikumar@edunetfoundation.org::8849ae8d-bc89-4217-899c-9440ffcae5bb" providerId="AD" clId="Web-{5597DED7-87E9-8FFE-C42B-07F44890EE69}" dt="2026-07-14T12:42:29.548" v="11"/>
        <pc:sldMkLst>
          <pc:docMk/>
          <pc:sldMk cId="1429961814" sldId="301"/>
        </pc:sldMkLst>
      </pc:sldChg>
      <pc:sldChg chg="add">
        <pc:chgData name="Aswini Kumar Motapothula" userId="S::aswinikumar@edunetfoundation.org::8849ae8d-bc89-4217-899c-9440ffcae5bb" providerId="AD" clId="Web-{5597DED7-87E9-8FFE-C42B-07F44890EE69}" dt="2026-07-14T12:42:29.704" v="12"/>
        <pc:sldMkLst>
          <pc:docMk/>
          <pc:sldMk cId="3585092305" sldId="302"/>
        </pc:sldMkLst>
      </pc:sldChg>
      <pc:sldChg chg="add">
        <pc:chgData name="Aswini Kumar Motapothula" userId="S::aswinikumar@edunetfoundation.org::8849ae8d-bc89-4217-899c-9440ffcae5bb" providerId="AD" clId="Web-{5597DED7-87E9-8FFE-C42B-07F44890EE69}" dt="2026-07-14T12:42:29.876" v="13"/>
        <pc:sldMkLst>
          <pc:docMk/>
          <pc:sldMk cId="2601907186" sldId="303"/>
        </pc:sldMkLst>
      </pc:sldChg>
      <pc:sldChg chg="add">
        <pc:chgData name="Aswini Kumar Motapothula" userId="S::aswinikumar@edunetfoundation.org::8849ae8d-bc89-4217-899c-9440ffcae5bb" providerId="AD" clId="Web-{5597DED7-87E9-8FFE-C42B-07F44890EE69}" dt="2026-07-14T12:42:29.938" v="14"/>
        <pc:sldMkLst>
          <pc:docMk/>
          <pc:sldMk cId="2325282270" sldId="304"/>
        </pc:sldMkLst>
      </pc:sldChg>
      <pc:sldChg chg="add">
        <pc:chgData name="Aswini Kumar Motapothula" userId="S::aswinikumar@edunetfoundation.org::8849ae8d-bc89-4217-899c-9440ffcae5bb" providerId="AD" clId="Web-{5597DED7-87E9-8FFE-C42B-07F44890EE69}" dt="2026-07-14T12:42:29.970" v="15"/>
        <pc:sldMkLst>
          <pc:docMk/>
          <pc:sldMk cId="4040412275" sldId="305"/>
        </pc:sldMkLst>
      </pc:sldChg>
      <pc:sldChg chg="add">
        <pc:chgData name="Aswini Kumar Motapothula" userId="S::aswinikumar@edunetfoundation.org::8849ae8d-bc89-4217-899c-9440ffcae5bb" providerId="AD" clId="Web-{5597DED7-87E9-8FFE-C42B-07F44890EE69}" dt="2026-07-14T12:42:30.016" v="16"/>
        <pc:sldMkLst>
          <pc:docMk/>
          <pc:sldMk cId="740028465" sldId="306"/>
        </pc:sldMkLst>
      </pc:sldChg>
      <pc:sldChg chg="add">
        <pc:chgData name="Aswini Kumar Motapothula" userId="S::aswinikumar@edunetfoundation.org::8849ae8d-bc89-4217-899c-9440ffcae5bb" providerId="AD" clId="Web-{5597DED7-87E9-8FFE-C42B-07F44890EE69}" dt="2026-07-14T12:42:30.157" v="17"/>
        <pc:sldMkLst>
          <pc:docMk/>
          <pc:sldMk cId="2833482715" sldId="307"/>
        </pc:sldMkLst>
      </pc:sldChg>
      <pc:sldChg chg="add">
        <pc:chgData name="Aswini Kumar Motapothula" userId="S::aswinikumar@edunetfoundation.org::8849ae8d-bc89-4217-899c-9440ffcae5bb" providerId="AD" clId="Web-{5597DED7-87E9-8FFE-C42B-07F44890EE69}" dt="2026-07-14T12:42:30.282" v="18"/>
        <pc:sldMkLst>
          <pc:docMk/>
          <pc:sldMk cId="4175177701" sldId="308"/>
        </pc:sldMkLst>
      </pc:sldChg>
      <pc:sldChg chg="add">
        <pc:chgData name="Aswini Kumar Motapothula" userId="S::aswinikumar@edunetfoundation.org::8849ae8d-bc89-4217-899c-9440ffcae5bb" providerId="AD" clId="Web-{5597DED7-87E9-8FFE-C42B-07F44890EE69}" dt="2026-07-14T12:42:30.391" v="19"/>
        <pc:sldMkLst>
          <pc:docMk/>
          <pc:sldMk cId="1440137342" sldId="309"/>
        </pc:sldMkLst>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Aman Shrivastava" userId="S::ashrivastava@edunetfoundation.org::c21995ab-fa37-4cde-b5a3-dec0fb9e9a10" providerId="AD" clId="Web-{A6B9108B-7598-1D50-C4AA-8A38026DAEEF}"/>
    <pc:docChg chg="modSld">
      <pc:chgData name="Aman Shrivastava" userId="S::ashrivastava@edunetfoundation.org::c21995ab-fa37-4cde-b5a3-dec0fb9e9a10" providerId="AD" clId="Web-{A6B9108B-7598-1D50-C4AA-8A38026DAEEF}" dt="2026-06-19T06:56:18.840" v="15" actId="20577"/>
      <pc:docMkLst>
        <pc:docMk/>
      </pc:docMkLst>
      <pc:sldChg chg="modSp">
        <pc:chgData name="Aman Shrivastava" userId="S::ashrivastava@edunetfoundation.org::c21995ab-fa37-4cde-b5a3-dec0fb9e9a10" providerId="AD" clId="Web-{A6B9108B-7598-1D50-C4AA-8A38026DAEEF}" dt="2026-06-19T06:56:18.840" v="15" actId="20577"/>
        <pc:sldMkLst>
          <pc:docMk/>
          <pc:sldMk cId="2605851928" sldId="287"/>
        </pc:sldMkLst>
        <pc:spChg chg="mod">
          <ac:chgData name="Aman Shrivastava" userId="S::ashrivastava@edunetfoundation.org::c21995ab-fa37-4cde-b5a3-dec0fb9e9a10" providerId="AD" clId="Web-{A6B9108B-7598-1D50-C4AA-8A38026DAEEF}" dt="2026-06-19T06:56:18.840" v="15" actId="20577"/>
          <ac:spMkLst>
            <pc:docMk/>
            <pc:sldMk cId="2605851928" sldId="287"/>
            <ac:spMk id="279" creationId="{3711AF54-94A6-B837-31EF-9A8C4ECB9AF6}"/>
          </ac:spMkLst>
        </pc:spChg>
      </pc:sldChg>
      <pc:sldChg chg="addSp delSp modSp">
        <pc:chgData name="Aman Shrivastava" userId="S::ashrivastava@edunetfoundation.org::c21995ab-fa37-4cde-b5a3-dec0fb9e9a10" providerId="AD" clId="Web-{A6B9108B-7598-1D50-C4AA-8A38026DAEEF}" dt="2026-06-19T06:56:04.356" v="13" actId="1076"/>
        <pc:sldMkLst>
          <pc:docMk/>
          <pc:sldMk cId="1229047658" sldId="288"/>
        </pc:sldMkLst>
        <pc:picChg chg="add mod">
          <ac:chgData name="Aman Shrivastava" userId="S::ashrivastava@edunetfoundation.org::c21995ab-fa37-4cde-b5a3-dec0fb9e9a10" providerId="AD" clId="Web-{A6B9108B-7598-1D50-C4AA-8A38026DAEEF}" dt="2026-06-19T06:56:04.356" v="13" actId="1076"/>
          <ac:picMkLst>
            <pc:docMk/>
            <pc:sldMk cId="1229047658" sldId="288"/>
            <ac:picMk id="4" creationId="{A037CFD0-B7FF-D9BE-3433-88E5844EF332}"/>
          </ac:picMkLst>
        </pc:picChg>
      </pc:sldChg>
      <pc:sldChg chg="addSp delSp modSp">
        <pc:chgData name="Aman Shrivastava" userId="S::ashrivastava@edunetfoundation.org::c21995ab-fa37-4cde-b5a3-dec0fb9e9a10" providerId="AD" clId="Web-{A6B9108B-7598-1D50-C4AA-8A38026DAEEF}" dt="2026-06-19T06:53:17.010" v="3"/>
        <pc:sldMkLst>
          <pc:docMk/>
          <pc:sldMk cId="2506610743" sldId="2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151486942"/>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rotWithShape="1">
          <a:blip r:embed="rId3">
            <a:alphaModFix/>
          </a:blip>
          <a:srcRect/>
          <a:stretch/>
        </p:blipFill>
        <p:spPr>
          <a:xfrm>
            <a:off x="4053024" y="3738417"/>
            <a:ext cx="762500" cy="801811"/>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[Finance]</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US" sz="2400" dirty="0">
                <a:highlight>
                  <a:srgbClr val="FFFF00"/>
                </a:highlight>
              </a:rPr>
              <a:t>AI Agent for Digital Financial Literacy</a:t>
            </a:r>
            <a:r>
              <a:rPr lang="en-US" sz="2400" b="1" dirty="0">
                <a:highlight>
                  <a:srgbClr val="FFFF00"/>
                </a:highlight>
              </a:rPr>
              <a:t>]</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pic>
        <p:nvPicPr>
          <p:cNvPr id="5" name="Picture 4">
            <a:extLst>
              <a:ext uri="{FF2B5EF4-FFF2-40B4-BE49-F238E27FC236}">
                <a16:creationId xmlns:a16="http://schemas.microsoft.com/office/drawing/2014/main" id="{510C7705-822D-3E43-9D82-9FEB9AD5294D}"/>
              </a:ext>
            </a:extLst>
          </p:cNvPr>
          <p:cNvPicPr>
            <a:picLocks noChangeAspect="1"/>
          </p:cNvPicPr>
          <p:nvPr/>
        </p:nvPicPr>
        <p:blipFill>
          <a:blip r:embed="rId4"/>
          <a:stretch>
            <a:fillRect/>
          </a:stretch>
        </p:blipFill>
        <p:spPr>
          <a:xfrm>
            <a:off x="4023447" y="3624837"/>
            <a:ext cx="821654" cy="1028969"/>
          </a:xfrm>
          <a:prstGeom prst="rect">
            <a:avLst/>
          </a:prstGeom>
        </p:spPr>
      </p:pic>
      <p:sp>
        <p:nvSpPr>
          <p:cNvPr id="6" name="TextBox 5">
            <a:extLst>
              <a:ext uri="{FF2B5EF4-FFF2-40B4-BE49-F238E27FC236}">
                <a16:creationId xmlns:a16="http://schemas.microsoft.com/office/drawing/2014/main" id="{B512D158-40DF-0156-BC8B-D4D683AA3D5D}"/>
              </a:ext>
            </a:extLst>
          </p:cNvPr>
          <p:cNvSpPr txBox="1"/>
          <p:nvPr/>
        </p:nvSpPr>
        <p:spPr>
          <a:xfrm>
            <a:off x="1269845" y="3974750"/>
            <a:ext cx="2449285" cy="307777"/>
          </a:xfrm>
          <a:prstGeom prst="rect">
            <a:avLst/>
          </a:prstGeom>
          <a:noFill/>
        </p:spPr>
        <p:txBody>
          <a:bodyPr wrap="square" rtlCol="0">
            <a:spAutoFit/>
          </a:bodyPr>
          <a:lstStyle/>
          <a:p>
            <a:r>
              <a:rPr lang="en-US" b="1" dirty="0"/>
              <a:t>MAYUR SURESH NAIR</a:t>
            </a:r>
          </a:p>
        </p:txBody>
      </p:sp>
      <p:sp>
        <p:nvSpPr>
          <p:cNvPr id="8" name="TextBox 7">
            <a:extLst>
              <a:ext uri="{FF2B5EF4-FFF2-40B4-BE49-F238E27FC236}">
                <a16:creationId xmlns:a16="http://schemas.microsoft.com/office/drawing/2014/main" id="{31A98273-F01B-72CF-8AC6-C3BAA3EB680D}"/>
              </a:ext>
            </a:extLst>
          </p:cNvPr>
          <p:cNvSpPr txBox="1"/>
          <p:nvPr/>
        </p:nvSpPr>
        <p:spPr>
          <a:xfrm>
            <a:off x="5793252" y="3897228"/>
            <a:ext cx="2790641" cy="369332"/>
          </a:xfrm>
          <a:prstGeom prst="rect">
            <a:avLst/>
          </a:prstGeom>
          <a:noFill/>
        </p:spPr>
        <p:txBody>
          <a:bodyPr wrap="square" rtlCol="0">
            <a:spAutoFit/>
          </a:bodyPr>
          <a:lstStyle/>
          <a:p>
            <a:r>
              <a:rPr lang="en-US" sz="1800" dirty="0"/>
              <a:t>msnair101@gmail.com</a:t>
            </a:r>
          </a:p>
        </p:txBody>
      </p:sp>
      <p:sp>
        <p:nvSpPr>
          <p:cNvPr id="9" name="TextBox 8">
            <a:extLst>
              <a:ext uri="{FF2B5EF4-FFF2-40B4-BE49-F238E27FC236}">
                <a16:creationId xmlns:a16="http://schemas.microsoft.com/office/drawing/2014/main" id="{8D758CEA-9260-CD7E-84C3-B51932E1035F}"/>
              </a:ext>
            </a:extLst>
          </p:cNvPr>
          <p:cNvSpPr txBox="1"/>
          <p:nvPr/>
        </p:nvSpPr>
        <p:spPr>
          <a:xfrm>
            <a:off x="8816968" y="3876553"/>
            <a:ext cx="1644203" cy="369332"/>
          </a:xfrm>
          <a:prstGeom prst="rect">
            <a:avLst/>
          </a:prstGeom>
          <a:noFill/>
        </p:spPr>
        <p:txBody>
          <a:bodyPr wrap="square" rtlCol="0">
            <a:spAutoFit/>
          </a:bodyPr>
          <a:lstStyle/>
          <a:p>
            <a:r>
              <a:rPr lang="en-US" sz="1800" dirty="0"/>
              <a:t>9747155965</a:t>
            </a:r>
          </a:p>
        </p:txBody>
      </p:sp>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024239"/>
            <a:ext cx="10607040" cy="5047536"/>
          </a:xfrm>
          <a:prstGeom prst="rect">
            <a:avLst/>
          </a:prstGeom>
          <a:noFill/>
        </p:spPr>
        <p:txBody>
          <a:bodyPr wrap="square" rtlCol="0">
            <a:spAutoFit/>
          </a:bodyPr>
          <a:lstStyle/>
          <a:p>
            <a:pPr fontAlgn="base"/>
            <a:r>
              <a:rPr lang="en-US" b="1" dirty="0"/>
              <a:t>Problem Statement : </a:t>
            </a:r>
            <a:r>
              <a:rPr lang="en-US" dirty="0"/>
              <a:t>AI Agent for Digital Financial Literacy</a:t>
            </a:r>
          </a:p>
          <a:p>
            <a:pPr fontAlgn="base"/>
            <a:endParaRPr lang="en-US" b="1" dirty="0"/>
          </a:p>
          <a:p>
            <a:pPr fontAlgn="base"/>
            <a:r>
              <a:rPr lang="en-US" b="1" dirty="0"/>
              <a:t>The Challenge</a:t>
            </a:r>
          </a:p>
          <a:p>
            <a:r>
              <a:rPr lang="en-US" dirty="0"/>
              <a:t>First-time digital financial users, rural populations, and non-English speakers face steep barriers when transitioning to modern banking, UPI, and digital transactions. As digital payments expand rapidly across India, many citizens lack the baseline digital literacy required to navigate complex user interfaces or understand financial terminology. This knowledge gap creates widespread anxiety and hesitation, leaving millions excluded from the speed, safety, and convenience of digital financial ecosystems.</a:t>
            </a:r>
          </a:p>
          <a:p>
            <a:r>
              <a:rPr lang="en-US" dirty="0"/>
              <a:t>Beyond accessibility barriers, low financial literacy exposes vulnerable demographics to significant online risks, including phishing scams, fraudulent UPI link requests, and predatory loan apps. Information on how to prevent these threats exists, but it remains scattered across dense government portals, RBI circulars, banking sites, and technical help pages that are difficult for everyday users to parse. Without a trusted, centralized channel offering clear guidance, users struggle to distinguish legitimate financial practices from deceptive schemes.</a:t>
            </a:r>
          </a:p>
          <a:p>
            <a:endParaRPr lang="en-US" dirty="0"/>
          </a:p>
          <a:p>
            <a:pPr fontAlgn="base"/>
            <a:r>
              <a:rPr lang="en-US" b="1" dirty="0"/>
              <a:t>The Objective</a:t>
            </a:r>
            <a:r>
              <a:rPr lang="en-US" dirty="0"/>
              <a:t> </a:t>
            </a:r>
          </a:p>
          <a:p>
            <a:r>
              <a:rPr lang="en-US" dirty="0"/>
              <a:t>The primary goal of this project is to build an agentic, RAG-powered AI system that delivers real-time, personalized, and multilingual financial literacy guidance to diverse user bases. By combining advanced natural language understanding with localized knowledge retrieval, the system aims to make essential financial advice approachable, actionable, and culturally relevant for non-expert users.</a:t>
            </a:r>
          </a:p>
          <a:p>
            <a:r>
              <a:rPr lang="en-US" dirty="0"/>
              <a:t>To tackle the safety gap, the assistant is designed to proactively educate users on fraud prevention, UPI transaction safety, and responsible credit practices. Rather than giving static advice, the system acts as an interactive coach—helping users verify whether a transaction process is safe, explaining interest rate calculations, and providing step-by-step guidance on using digital payment applications without fear of exploitation.</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279545"/>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2677656"/>
          </a:xfrm>
          <a:prstGeom prst="rect">
            <a:avLst/>
          </a:prstGeom>
          <a:noFill/>
        </p:spPr>
        <p:txBody>
          <a:bodyPr wrap="square" rtlCol="0">
            <a:spAutoFit/>
          </a:bodyPr>
          <a:lstStyle/>
          <a:p>
            <a:pPr fontAlgn="base"/>
            <a:endParaRPr lang="en-US" b="1" dirty="0"/>
          </a:p>
          <a:p>
            <a:r>
              <a:rPr lang="en-US" b="1" dirty="0"/>
              <a:t>Proposed Solution: </a:t>
            </a:r>
            <a:r>
              <a:rPr lang="en-US" dirty="0"/>
              <a:t>AI Agent for Digital Financial Literacy </a:t>
            </a:r>
          </a:p>
          <a:p>
            <a:endParaRPr lang="en-US" b="1" dirty="0"/>
          </a:p>
          <a:p>
            <a:endParaRPr lang="en-US" b="1" dirty="0"/>
          </a:p>
          <a:p>
            <a:r>
              <a:rPr lang="en-US" dirty="0"/>
              <a:t>An AI Agent for Digital Financial Literacy, powered by RAG (Retrieval-Augmented Generation), helps users understand and navigate essential financial tools and practices. It retrieves reliable content on using UPI, avoiding online scams, understanding interest rates, budgeting, and personal finance management from government portals, banking websites, and educational platforms. With multilingual support, users from diverse backgrounds can interact in their preferred language and ask questions like “How do I send money via UPI?” or “What is a safe interest rate for a loan?” The agent ensures financial literacy is accessible, personalized, and culturally inclusive. This AI-driven assistant empowers users with knowledge, protects them from fraud, and builds confidence in digital finance. </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401205"/>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Granite model </a:t>
            </a:r>
            <a:r>
              <a:rPr lang="en-US" sz="1800" dirty="0"/>
              <a:t>-  ibm-granite-4h-small</a:t>
            </a:r>
          </a:p>
          <a:p>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F1332F3F-EEF3-260F-52BA-62370775058E}"/>
              </a:ext>
            </a:extLst>
          </p:cNvPr>
          <p:cNvPicPr>
            <a:picLocks noChangeAspect="1"/>
          </p:cNvPicPr>
          <p:nvPr/>
        </p:nvPicPr>
        <p:blipFill>
          <a:blip r:embed="rId3"/>
          <a:stretch>
            <a:fillRect/>
          </a:stretch>
        </p:blipFill>
        <p:spPr>
          <a:xfrm>
            <a:off x="930880" y="863187"/>
            <a:ext cx="10028385" cy="5336589"/>
          </a:xfrm>
          <a:prstGeom prst="rect">
            <a:avLst/>
          </a:prstGeom>
        </p:spPr>
      </p:pic>
      <p:pic>
        <p:nvPicPr>
          <p:cNvPr id="3" name="Picture 2">
            <a:extLst>
              <a:ext uri="{FF2B5EF4-FFF2-40B4-BE49-F238E27FC236}">
                <a16:creationId xmlns:a16="http://schemas.microsoft.com/office/drawing/2014/main" id="{B6F7D7EF-A035-DF8B-0003-D8143182BB9A}"/>
              </a:ext>
            </a:extLst>
          </p:cNvPr>
          <p:cNvPicPr>
            <a:picLocks noChangeAspect="1"/>
          </p:cNvPicPr>
          <p:nvPr/>
        </p:nvPicPr>
        <p:blipFill>
          <a:blip r:embed="rId4"/>
          <a:stretch>
            <a:fillRect/>
          </a:stretch>
        </p:blipFill>
        <p:spPr>
          <a:xfrm>
            <a:off x="759108" y="863187"/>
            <a:ext cx="10371927" cy="5456347"/>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4" name="Picture 3">
            <a:extLst>
              <a:ext uri="{FF2B5EF4-FFF2-40B4-BE49-F238E27FC236}">
                <a16:creationId xmlns:a16="http://schemas.microsoft.com/office/drawing/2014/main" id="{26AE77B4-704A-3A83-DF19-A19BAD53F97B}"/>
              </a:ext>
            </a:extLst>
          </p:cNvPr>
          <p:cNvPicPr>
            <a:picLocks noChangeAspect="1"/>
          </p:cNvPicPr>
          <p:nvPr/>
        </p:nvPicPr>
        <p:blipFill>
          <a:blip r:embed="rId3"/>
          <a:stretch>
            <a:fillRect/>
          </a:stretch>
        </p:blipFill>
        <p:spPr>
          <a:xfrm>
            <a:off x="1070124" y="862241"/>
            <a:ext cx="10051752" cy="5319357"/>
          </a:xfrm>
          <a:prstGeom prst="rect">
            <a:avLst/>
          </a:prstGeom>
        </p:spPr>
      </p:pic>
      <p:pic>
        <p:nvPicPr>
          <p:cNvPr id="5" name="Picture 4">
            <a:extLst>
              <a:ext uri="{FF2B5EF4-FFF2-40B4-BE49-F238E27FC236}">
                <a16:creationId xmlns:a16="http://schemas.microsoft.com/office/drawing/2014/main" id="{2CFB3126-D55A-0448-C6DE-B300F5B19959}"/>
              </a:ext>
            </a:extLst>
          </p:cNvPr>
          <p:cNvPicPr>
            <a:picLocks noChangeAspect="1"/>
          </p:cNvPicPr>
          <p:nvPr/>
        </p:nvPicPr>
        <p:blipFill>
          <a:blip r:embed="rId4"/>
          <a:stretch>
            <a:fillRect/>
          </a:stretch>
        </p:blipFill>
        <p:spPr>
          <a:xfrm>
            <a:off x="1025678" y="854581"/>
            <a:ext cx="10140644" cy="5334676"/>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19F46F2-F06A-453E-D449-6B63F421FBF6}"/>
              </a:ext>
            </a:extLst>
          </p:cNvPr>
          <p:cNvPicPr>
            <a:picLocks noChangeAspect="1"/>
          </p:cNvPicPr>
          <p:nvPr/>
        </p:nvPicPr>
        <p:blipFill>
          <a:blip r:embed="rId2"/>
          <a:stretch>
            <a:fillRect/>
          </a:stretch>
        </p:blipFill>
        <p:spPr>
          <a:xfrm>
            <a:off x="6037" y="215735"/>
            <a:ext cx="12179926" cy="6426530"/>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5" name="Picture 4">
            <a:extLst>
              <a:ext uri="{FF2B5EF4-FFF2-40B4-BE49-F238E27FC236}">
                <a16:creationId xmlns:a16="http://schemas.microsoft.com/office/drawing/2014/main" id="{6697535D-EBF5-41DE-E93B-760133BF95C6}"/>
              </a:ext>
            </a:extLst>
          </p:cNvPr>
          <p:cNvPicPr>
            <a:picLocks noChangeAspect="1"/>
          </p:cNvPicPr>
          <p:nvPr/>
        </p:nvPicPr>
        <p:blipFill>
          <a:blip r:embed="rId3"/>
          <a:stretch>
            <a:fillRect/>
          </a:stretch>
        </p:blipFill>
        <p:spPr>
          <a:xfrm>
            <a:off x="537590" y="1053082"/>
            <a:ext cx="10550792" cy="4276002"/>
          </a:xfrm>
          <a:prstGeom prst="rect">
            <a:avLst/>
          </a:prstGeom>
        </p:spPr>
      </p:pic>
      <p:pic>
        <p:nvPicPr>
          <p:cNvPr id="4" name="Picture 3">
            <a:extLst>
              <a:ext uri="{FF2B5EF4-FFF2-40B4-BE49-F238E27FC236}">
                <a16:creationId xmlns:a16="http://schemas.microsoft.com/office/drawing/2014/main" id="{8CD441DF-A419-C92C-F124-A41DF5ECAA15}"/>
              </a:ext>
            </a:extLst>
          </p:cNvPr>
          <p:cNvPicPr>
            <a:picLocks noChangeAspect="1"/>
          </p:cNvPicPr>
          <p:nvPr/>
        </p:nvPicPr>
        <p:blipFill>
          <a:blip r:embed="rId4"/>
          <a:stretch>
            <a:fillRect/>
          </a:stretch>
        </p:blipFill>
        <p:spPr>
          <a:xfrm>
            <a:off x="110817" y="977774"/>
            <a:ext cx="11970365" cy="4902452"/>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5262979"/>
          </a:xfrm>
          <a:prstGeom prst="rect">
            <a:avLst/>
          </a:prstGeom>
          <a:noFill/>
        </p:spPr>
        <p:txBody>
          <a:bodyPr wrap="square" rtlCol="0">
            <a:spAutoFit/>
          </a:bodyPr>
          <a:lstStyle/>
          <a:p>
            <a:r>
              <a:rPr lang="en-US" b="1" dirty="0"/>
              <a:t>Role of Agentic AI in Finance Agent</a:t>
            </a:r>
          </a:p>
          <a:p>
            <a:r>
              <a:rPr lang="en-US" dirty="0"/>
              <a:t>Agentic AI shifts this solution from a basic text responder into an active financial guide capable of planning, executing, and adapting multi-step processes. Unlike traditional chatbots that output static paragraphs, an agentic framework breaks down complex financial tasks—such as setting up a UPI PIN, verifying a loan offer, or checking a bank statement—into sequential sub-goals. It evaluates the user's technical comfort level, provides step-by-step instructions, and waits for feedback at each phase to ensure the task is completed safely before moving to the next step.</a:t>
            </a:r>
          </a:p>
          <a:p>
            <a:r>
              <a:rPr lang="en-US" b="1" dirty="0"/>
              <a:t>Intelligent Tool Orchestration &amp; Contextual Reasoning</a:t>
            </a:r>
            <a:endParaRPr lang="en-US" dirty="0"/>
          </a:p>
          <a:p>
            <a:r>
              <a:rPr lang="en-US" dirty="0"/>
              <a:t>Instead of performing simple keyword searches against a single database, the agent dynamically decides which external tool or dataset to query based on user intent. When queried about a suspicious offer, the agent can autonomously cross-reference official RBI guidelines, query government scam registries, and pull current interest rate standards from banking portals. If an initial search yields ambiguous results, the agent autonomously reformulates its search parameters and synthesizes data across multiple sources to provide a reliable, policy-compliant answer without human intervention.</a:t>
            </a:r>
          </a:p>
          <a:p>
            <a:r>
              <a:rPr lang="en-US" b="1" dirty="0"/>
              <a:t>Proactive Fraud Guardrails &amp; Personalized Adaptation</a:t>
            </a:r>
            <a:endParaRPr lang="en-US" dirty="0"/>
          </a:p>
          <a:p>
            <a:r>
              <a:rPr lang="en-US" dirty="0"/>
              <a:t>Beyond responding to explicit user queries, an agentic system continuously monitors the context of interactions for subtle markers of financial scams, such as high urgency, requests for secret PINs, or unverified payment links. Upon detecting these indicators, the agent autonomously triggers protective interventions—flagging dangerous behavior and explaining the risk in the user's native language. Over time, the agent retains long-term contextual memory, gradually adjusting its explanations from simple concepts for beginners to advanced budgeting tools as the user's digital literacy improves.</a:t>
            </a:r>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25889 token are used</a:t>
            </a:r>
          </a:p>
        </p:txBody>
      </p:sp>
      <p:pic>
        <p:nvPicPr>
          <p:cNvPr id="12" name="Picture 11" descr="A screenshot of a computer&#10;&#10;AI-generated content may be incorrect.">
            <a:extLst>
              <a:ext uri="{FF2B5EF4-FFF2-40B4-BE49-F238E27FC236}">
                <a16:creationId xmlns:a16="http://schemas.microsoft.com/office/drawing/2014/main" id="{3E29AF1D-88C4-87E5-74DF-4E97121E06CE}"/>
              </a:ext>
            </a:extLst>
          </p:cNvPr>
          <p:cNvPicPr>
            <a:picLocks noChangeAspect="1"/>
          </p:cNvPicPr>
          <p:nvPr/>
        </p:nvPicPr>
        <p:blipFill>
          <a:blip r:embed="rId3"/>
          <a:stretch>
            <a:fillRect/>
          </a:stretch>
        </p:blipFill>
        <p:spPr>
          <a:xfrm>
            <a:off x="114240" y="2453592"/>
            <a:ext cx="5095875" cy="2857500"/>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C81444F5-0692-DD67-1759-70821E53B029}"/>
              </a:ext>
            </a:extLst>
          </p:cNvPr>
          <p:cNvPicPr>
            <a:picLocks noChangeAspect="1"/>
          </p:cNvPicPr>
          <p:nvPr/>
        </p:nvPicPr>
        <p:blipFill>
          <a:blip r:embed="rId4"/>
          <a:stretch>
            <a:fillRect/>
          </a:stretch>
        </p:blipFill>
        <p:spPr>
          <a:xfrm>
            <a:off x="6159601" y="2451181"/>
            <a:ext cx="5724525" cy="2857500"/>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3" name="Picture 2">
            <a:extLst>
              <a:ext uri="{FF2B5EF4-FFF2-40B4-BE49-F238E27FC236}">
                <a16:creationId xmlns:a16="http://schemas.microsoft.com/office/drawing/2014/main" id="{27BE841A-346A-02EF-1141-058B482DABCC}"/>
              </a:ext>
            </a:extLst>
          </p:cNvPr>
          <p:cNvPicPr>
            <a:picLocks noChangeAspect="1"/>
          </p:cNvPicPr>
          <p:nvPr/>
        </p:nvPicPr>
        <p:blipFill>
          <a:blip r:embed="rId5"/>
          <a:stretch>
            <a:fillRect/>
          </a:stretch>
        </p:blipFill>
        <p:spPr>
          <a:xfrm>
            <a:off x="114240" y="2387377"/>
            <a:ext cx="5644973" cy="2921304"/>
          </a:xfrm>
          <a:prstGeom prst="rect">
            <a:avLst/>
          </a:prstGeom>
        </p:spPr>
      </p:pic>
      <p:pic>
        <p:nvPicPr>
          <p:cNvPr id="6" name="Picture 5">
            <a:extLst>
              <a:ext uri="{FF2B5EF4-FFF2-40B4-BE49-F238E27FC236}">
                <a16:creationId xmlns:a16="http://schemas.microsoft.com/office/drawing/2014/main" id="{8ABCBBB2-DC1C-F481-BBBB-4FB740D11D7E}"/>
              </a:ext>
            </a:extLst>
          </p:cNvPr>
          <p:cNvPicPr>
            <a:picLocks noChangeAspect="1"/>
          </p:cNvPicPr>
          <p:nvPr/>
        </p:nvPicPr>
        <p:blipFill>
          <a:blip r:embed="rId6"/>
          <a:stretch>
            <a:fillRect/>
          </a:stretch>
        </p:blipFill>
        <p:spPr>
          <a:xfrm>
            <a:off x="5952846" y="2387377"/>
            <a:ext cx="6124914" cy="2921304"/>
          </a:xfrm>
          <a:prstGeom prst="rect">
            <a:avLst/>
          </a:prstGeom>
        </p:spPr>
      </p:pic>
    </p:spTree>
    <p:extLst>
      <p:ext uri="{BB962C8B-B14F-4D97-AF65-F5344CB8AC3E}">
        <p14:creationId xmlns:p14="http://schemas.microsoft.com/office/powerpoint/2010/main" val="893417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8D7D7DC2-AA4F-ABE3-3168-103DEAB6CE7D}"/>
              </a:ext>
            </a:extLst>
          </p:cNvPr>
          <p:cNvPicPr>
            <a:picLocks noChangeAspect="1"/>
          </p:cNvPicPr>
          <p:nvPr/>
        </p:nvPicPr>
        <p:blipFill>
          <a:blip r:embed="rId3"/>
          <a:stretch>
            <a:fillRect/>
          </a:stretch>
        </p:blipFill>
        <p:spPr>
          <a:xfrm>
            <a:off x="37788" y="810010"/>
            <a:ext cx="12116423" cy="5753396"/>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1FCE9078-7D91-9441-94A4-8BFA46923306}"/>
              </a:ext>
            </a:extLst>
          </p:cNvPr>
          <p:cNvPicPr>
            <a:picLocks noChangeAspect="1"/>
          </p:cNvPicPr>
          <p:nvPr/>
        </p:nvPicPr>
        <p:blipFill>
          <a:blip r:embed="rId3"/>
          <a:stretch>
            <a:fillRect/>
          </a:stretch>
        </p:blipFill>
        <p:spPr>
          <a:xfrm>
            <a:off x="1984194" y="795099"/>
            <a:ext cx="8223611" cy="5896282"/>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BBCCD786-8FC5-1801-E7A2-88FF9857CA89}"/>
              </a:ext>
            </a:extLst>
          </p:cNvPr>
          <p:cNvPicPr>
            <a:picLocks noChangeAspect="1"/>
          </p:cNvPicPr>
          <p:nvPr/>
        </p:nvPicPr>
        <p:blipFill>
          <a:blip r:embed="rId3"/>
          <a:stretch>
            <a:fillRect/>
          </a:stretch>
        </p:blipFill>
        <p:spPr>
          <a:xfrm>
            <a:off x="2307773" y="769445"/>
            <a:ext cx="6879770" cy="5947590"/>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047536"/>
          </a:xfrm>
          <a:prstGeom prst="rect">
            <a:avLst/>
          </a:prstGeom>
          <a:noFill/>
        </p:spPr>
        <p:txBody>
          <a:bodyPr wrap="square" rtlCol="0">
            <a:spAutoFit/>
          </a:bodyPr>
          <a:lstStyle/>
          <a:p>
            <a:r>
              <a:rPr lang="en-US" b="1" dirty="0"/>
              <a:t>1. Dynamic, Multi-Turn Safety Guardrails vs. Static Advice</a:t>
            </a:r>
            <a:endParaRPr lang="en-US" dirty="0"/>
          </a:p>
          <a:p>
            <a:pPr lvl="0"/>
            <a:r>
              <a:rPr lang="en-US" b="1" dirty="0"/>
              <a:t>Traditional Approach:</a:t>
            </a:r>
            <a:r>
              <a:rPr lang="en-US" dirty="0"/>
              <a:t> Existing banking apps and generic AI chatbots rely on passive FAQs or rigid keyword searches. They only present advice when explicitly asked and cannot detect immediate danger.</a:t>
            </a:r>
          </a:p>
          <a:p>
            <a:pPr lvl="0"/>
            <a:r>
              <a:rPr lang="en-US" b="1" dirty="0"/>
              <a:t>The Unique Edge:</a:t>
            </a:r>
            <a:r>
              <a:rPr lang="en-US" dirty="0"/>
              <a:t> This solution uses </a:t>
            </a:r>
            <a:r>
              <a:rPr lang="en-US" b="1" dirty="0"/>
              <a:t>Agentic AI</a:t>
            </a:r>
            <a:r>
              <a:rPr lang="en-US" dirty="0"/>
              <a:t> to actively monitor conversation contexts for behavioral markers of financial fraud. If a user mentions a suspicious transfer, high urgency, or a request for a PIN, the agent immediately interrupts the workflow, flags potential phishing risks, and guides the user through safety checks.</a:t>
            </a:r>
          </a:p>
          <a:p>
            <a:r>
              <a:rPr lang="en-US" b="1" dirty="0"/>
              <a:t>2. Grounded Truth Engine via Policy-Grounded RAG</a:t>
            </a:r>
            <a:endParaRPr lang="en-US" dirty="0"/>
          </a:p>
          <a:p>
            <a:pPr lvl="0"/>
            <a:r>
              <a:rPr lang="en-US" b="1" dirty="0"/>
              <a:t>Traditional Approach:</a:t>
            </a:r>
            <a:r>
              <a:rPr lang="en-US" dirty="0"/>
              <a:t> Standard Generative AI models frequently hallucinate financial figures, interest rates, or eligibility criteria, posing a severe liability for users.</a:t>
            </a:r>
          </a:p>
          <a:p>
            <a:pPr lvl="0"/>
            <a:r>
              <a:rPr lang="en-US" b="1" dirty="0"/>
              <a:t>The Unique Edge:</a:t>
            </a:r>
            <a:r>
              <a:rPr lang="en-US" dirty="0"/>
              <a:t> The system embeds a </a:t>
            </a:r>
            <a:r>
              <a:rPr lang="en-US" b="1" dirty="0"/>
              <a:t>Retrieval-Augmented Generation (RAG)</a:t>
            </a:r>
            <a:r>
              <a:rPr lang="en-US" dirty="0"/>
              <a:t> pipeline strictly indexed against live, official regulatory sources (such as Reserve Bank of India circulars, government financial inclusion portals, and verified banking APIs). It cites specific regulatory frameworks to ensure zero misinformation.</a:t>
            </a:r>
          </a:p>
          <a:p>
            <a:r>
              <a:rPr lang="en-US" b="1" dirty="0"/>
              <a:t>3. Vernacular Contextualization &amp; Multimodal Accessibility</a:t>
            </a:r>
            <a:endParaRPr lang="en-US" dirty="0"/>
          </a:p>
          <a:p>
            <a:pPr lvl="0"/>
            <a:r>
              <a:rPr lang="en-US" b="1" dirty="0"/>
              <a:t>Traditional Approach:</a:t>
            </a:r>
            <a:r>
              <a:rPr lang="en-US" dirty="0"/>
              <a:t> Most financial tools translate content literally from English, missing regional nuances, colloquial financial terms, and local dialects.</a:t>
            </a:r>
          </a:p>
          <a:p>
            <a:pPr lvl="0"/>
            <a:r>
              <a:rPr lang="en-US" b="1" dirty="0"/>
              <a:t>The Unique Edge:</a:t>
            </a:r>
            <a:r>
              <a:rPr lang="en-US" dirty="0"/>
              <a:t> It pairs voice-first, multimodal inputs (text, speech, and image processing for payment screenshots) with native regional language processing. Rather than running raw mechanical translations, the agent simplifies complex financial concepts (like compound interest or UPI handles) into relatable, culturally tailored analogies.</a:t>
            </a:r>
          </a:p>
          <a:p>
            <a:r>
              <a:rPr lang="en-US" b="1" dirty="0"/>
              <a:t>4. Autonomous Agentic Tool Orchestration with IBM Granite</a:t>
            </a:r>
            <a:endParaRPr lang="en-US" dirty="0"/>
          </a:p>
          <a:p>
            <a:pPr lvl="0"/>
            <a:r>
              <a:rPr lang="en-US" b="1" dirty="0"/>
              <a:t>Traditional Approach:</a:t>
            </a:r>
            <a:r>
              <a:rPr lang="en-US" dirty="0"/>
              <a:t> Rule-based bots follow rigid linear decision trees that break when a user's query deviates from a template.</a:t>
            </a:r>
          </a:p>
          <a:p>
            <a:pPr lvl="0"/>
            <a:r>
              <a:rPr lang="en-US" b="1" dirty="0"/>
              <a:t>The Unique Edge:</a:t>
            </a:r>
            <a:r>
              <a:rPr lang="en-US" dirty="0"/>
              <a:t> Leveraging </a:t>
            </a:r>
            <a:r>
              <a:rPr lang="en-US" b="1" dirty="0"/>
              <a:t>IBM Granite's reasoning engine</a:t>
            </a:r>
            <a:r>
              <a:rPr lang="en-US" dirty="0"/>
              <a:t>, the system dynamically decides which tool to deploy—whether querying an RBI scam registry, fetching a live government scheme database, or executing a localized voice pipeline—allowing it to handle unpredictable user interactions smoothly.</a:t>
            </a:r>
          </a:p>
        </p:txBody>
      </p:sp>
    </p:spTree>
    <p:extLst>
      <p:ext uri="{BB962C8B-B14F-4D97-AF65-F5344CB8AC3E}">
        <p14:creationId xmlns:p14="http://schemas.microsoft.com/office/powerpoint/2010/main" val="2325282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buClr>
                <a:srgbClr val="2B3541"/>
              </a:buClr>
              <a:buSzPts val="1850"/>
            </a:pPr>
            <a:r>
              <a:rPr lang="en-US" sz="1850" b="0" i="0" u="none" strike="noStrike" cap="none" dirty="0" err="1">
                <a:solidFill>
                  <a:srgbClr val="000000"/>
                </a:solidFill>
                <a:latin typeface="Times New Roman"/>
                <a:ea typeface="Times New Roman"/>
                <a:cs typeface="Times New Roman"/>
                <a:sym typeface="Times New Roman"/>
              </a:rPr>
              <a:t>Github</a:t>
            </a:r>
            <a:r>
              <a:rPr lang="en-US" sz="1850" b="0" i="0" u="none" strike="noStrike" cap="none" dirty="0">
                <a:solidFill>
                  <a:srgbClr val="000000"/>
                </a:solidFill>
                <a:latin typeface="Times New Roman"/>
                <a:ea typeface="Times New Roman"/>
                <a:cs typeface="Times New Roman"/>
                <a:sym typeface="Times New Roman"/>
              </a:rPr>
              <a:t> </a:t>
            </a:r>
            <a:r>
              <a:rPr lang="en-US" sz="1850" dirty="0">
                <a:latin typeface="Times New Roman"/>
                <a:ea typeface="Times New Roman"/>
                <a:cs typeface="Times New Roman"/>
                <a:sym typeface="Times New Roman"/>
              </a:rPr>
              <a:t>URL: https://github.com/mayursureshnair/IBM-Bob-Capstone-Project.git</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lvl="0"/>
            <a:r>
              <a:rPr lang="en-US" sz="2000" b="1" dirty="0"/>
              <a:t>Voice-First &amp; Vernacular AI (IVR Integration):</a:t>
            </a:r>
            <a:r>
              <a:rPr lang="en-US" sz="2000" dirty="0"/>
              <a:t> Expand from smartphone text/voice inputs to low-cost feature phone support via automated voice calls (IVR), bringing AI literacy to rural areas without internet access.</a:t>
            </a:r>
          </a:p>
          <a:p>
            <a:pPr lvl="0"/>
            <a:endParaRPr lang="en-US" sz="2000" dirty="0"/>
          </a:p>
          <a:p>
            <a:pPr lvl="0"/>
            <a:r>
              <a:rPr lang="en-US" sz="2000" b="1" dirty="0"/>
              <a:t>On-Device Offline AI Execution:</a:t>
            </a:r>
            <a:r>
              <a:rPr lang="en-US" sz="2000" dirty="0"/>
              <a:t> Quantize and deploy lightweight </a:t>
            </a:r>
            <a:r>
              <a:rPr lang="en-US" sz="2000" b="1" dirty="0"/>
              <a:t>IBM Granite models</a:t>
            </a:r>
            <a:r>
              <a:rPr lang="en-US" sz="2000" dirty="0"/>
              <a:t> directly onto mobile devices for edge processing, enabling instant fraud detection and offline financial guidance in remote regions.</a:t>
            </a:r>
          </a:p>
          <a:p>
            <a:pPr lvl="0"/>
            <a:endParaRPr lang="en-US" sz="2000" dirty="0"/>
          </a:p>
          <a:p>
            <a:pPr lvl="0"/>
            <a:r>
              <a:rPr lang="en-US" sz="2000" b="1" dirty="0"/>
              <a:t>Direct Banking &amp; Fintech API Partnerships:</a:t>
            </a:r>
            <a:r>
              <a:rPr lang="en-US" sz="2000" dirty="0"/>
              <a:t> Integrate with official banking frameworks and open banking APIs to allow automated account balance checks, safe micro-loan applications, and real-time transaction flags with user permission.</a:t>
            </a:r>
          </a:p>
          <a:p>
            <a:pPr lvl="0"/>
            <a:endParaRPr lang="en-US" sz="2000" dirty="0"/>
          </a:p>
          <a:p>
            <a:pPr lvl="0"/>
            <a:r>
              <a:rPr lang="en-US" sz="2000" b="1" dirty="0"/>
              <a:t>Multimodal Visual Scanning:</a:t>
            </a:r>
            <a:r>
              <a:rPr lang="en-US" sz="2000" dirty="0"/>
              <a:t> Enhance the vision capabilities so users can scan physical paper documents, loan agreements, or bank notices to receive instant, localized audio summaries and risk alerts.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IBM </a:t>
            </a:r>
            <a:r>
              <a:rPr lang="en-US" sz="2400" b="1" dirty="0" err="1"/>
              <a:t>SkillsBuild</a:t>
            </a:r>
            <a:r>
              <a:rPr lang="en-US" sz="2400" b="1" dirty="0"/>
              <a:t>: Getting Started with Artificial Intelligence  </a:t>
            </a:r>
          </a:p>
        </p:txBody>
      </p:sp>
      <p:grpSp>
        <p:nvGrpSpPr>
          <p:cNvPr id="8" name="Group 7">
            <a:extLst>
              <a:ext uri="{FF2B5EF4-FFF2-40B4-BE49-F238E27FC236}">
                <a16:creationId xmlns:a16="http://schemas.microsoft.com/office/drawing/2014/main" id="{F8E1A664-937F-0995-A503-E9C101158D8C}"/>
              </a:ext>
            </a:extLst>
          </p:cNvPr>
          <p:cNvGrpSpPr/>
          <p:nvPr/>
        </p:nvGrpSpPr>
        <p:grpSpPr>
          <a:xfrm>
            <a:off x="2407123" y="1423459"/>
            <a:ext cx="6389964" cy="4744480"/>
            <a:chOff x="2023664" y="1423459"/>
            <a:chExt cx="6389964" cy="4744480"/>
          </a:xfrm>
        </p:grpSpPr>
        <p:pic>
          <p:nvPicPr>
            <p:cNvPr id="5" name="Picture 4">
              <a:extLst>
                <a:ext uri="{FF2B5EF4-FFF2-40B4-BE49-F238E27FC236}">
                  <a16:creationId xmlns:a16="http://schemas.microsoft.com/office/drawing/2014/main" id="{ECA1DC75-9677-2534-42C6-0CCDB0680091}"/>
                </a:ext>
              </a:extLst>
            </p:cNvPr>
            <p:cNvPicPr>
              <a:picLocks noChangeAspect="1"/>
            </p:cNvPicPr>
            <p:nvPr/>
          </p:nvPicPr>
          <p:blipFill>
            <a:blip r:embed="rId2"/>
            <a:stretch>
              <a:fillRect/>
            </a:stretch>
          </p:blipFill>
          <p:spPr>
            <a:xfrm>
              <a:off x="2023664" y="1423459"/>
              <a:ext cx="6389964" cy="4744480"/>
            </a:xfrm>
            <a:prstGeom prst="rect">
              <a:avLst/>
            </a:prstGeom>
          </p:spPr>
        </p:pic>
        <p:sp>
          <p:nvSpPr>
            <p:cNvPr id="7" name="Rectangle 6">
              <a:extLst>
                <a:ext uri="{FF2B5EF4-FFF2-40B4-BE49-F238E27FC236}">
                  <a16:creationId xmlns:a16="http://schemas.microsoft.com/office/drawing/2014/main" id="{633BADBC-6623-0D21-CD7E-B05CE0A81B97}"/>
                </a:ext>
              </a:extLst>
            </p:cNvPr>
            <p:cNvSpPr/>
            <p:nvPr/>
          </p:nvSpPr>
          <p:spPr>
            <a:xfrm>
              <a:off x="2458065" y="2979175"/>
              <a:ext cx="4414683" cy="4498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3">
            <a:extLst>
              <a:ext uri="{FF2B5EF4-FFF2-40B4-BE49-F238E27FC236}">
                <a16:creationId xmlns:a16="http://schemas.microsoft.com/office/drawing/2014/main" id="{4499161A-9488-61AC-83CF-5DBC253A1DA3}"/>
              </a:ext>
            </a:extLst>
          </p:cNvPr>
          <p:cNvPicPr>
            <a:picLocks noChangeAspect="1"/>
          </p:cNvPicPr>
          <p:nvPr/>
        </p:nvPicPr>
        <p:blipFill>
          <a:blip r:embed="rId3"/>
          <a:stretch>
            <a:fillRect/>
          </a:stretch>
        </p:blipFill>
        <p:spPr>
          <a:xfrm>
            <a:off x="2102323" y="1189393"/>
            <a:ext cx="7477106" cy="5212611"/>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ertificate with red text&#10;&#10;AI-generated content may be incorrect.">
            <a:extLst>
              <a:ext uri="{FF2B5EF4-FFF2-40B4-BE49-F238E27FC236}">
                <a16:creationId xmlns:a16="http://schemas.microsoft.com/office/drawing/2014/main" id="{099C3698-991D-7A38-C456-893C84C23FC9}"/>
              </a:ext>
            </a:extLst>
          </p:cNvPr>
          <p:cNvPicPr>
            <a:picLocks noChangeAspect="1"/>
          </p:cNvPicPr>
          <p:nvPr/>
        </p:nvPicPr>
        <p:blipFill>
          <a:blip r:embed="rId2"/>
          <a:srcRect r="177" b="-275"/>
          <a:stretch>
            <a:fillRect/>
          </a:stretch>
        </p:blipFill>
        <p:spPr>
          <a:xfrm>
            <a:off x="2512736" y="1712637"/>
            <a:ext cx="7177553" cy="4658577"/>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IBM BOB Certificate</a:t>
            </a:r>
          </a:p>
        </p:txBody>
      </p:sp>
      <p:pic>
        <p:nvPicPr>
          <p:cNvPr id="3" name="Picture 2">
            <a:extLst>
              <a:ext uri="{FF2B5EF4-FFF2-40B4-BE49-F238E27FC236}">
                <a16:creationId xmlns:a16="http://schemas.microsoft.com/office/drawing/2014/main" id="{C6BD0C44-737D-3EC8-C83B-33B9115A4D0B}"/>
              </a:ext>
            </a:extLst>
          </p:cNvPr>
          <p:cNvPicPr>
            <a:picLocks noChangeAspect="1"/>
          </p:cNvPicPr>
          <p:nvPr/>
        </p:nvPicPr>
        <p:blipFill>
          <a:blip r:embed="rId3"/>
          <a:stretch>
            <a:fillRect/>
          </a:stretch>
        </p:blipFill>
        <p:spPr>
          <a:xfrm>
            <a:off x="2156408" y="1513820"/>
            <a:ext cx="7879183" cy="4857394"/>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351</TotalTime>
  <Words>1546</Words>
  <Application>Microsoft Office PowerPoint</Application>
  <PresentationFormat>Widescreen</PresentationFormat>
  <Paragraphs>106</Paragraphs>
  <Slides>20</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Mayur Suresh Nair</cp:lastModifiedBy>
  <cp:revision>4</cp:revision>
  <dcterms:created xsi:type="dcterms:W3CDTF">2025-07-08T05:06:56Z</dcterms:created>
  <dcterms:modified xsi:type="dcterms:W3CDTF">2026-09-07T14:32:22Z</dcterms:modified>
</cp:coreProperties>
</file>